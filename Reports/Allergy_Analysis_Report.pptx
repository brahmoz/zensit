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SYMPTOM ANALYSIS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887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 STRATEGY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2004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 Log Review  •  Zensit Dataset  •  12-Day Period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|  Kerala, India Climate Context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63A4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63A4A"/>
          </a:solidFill>
          <a:ln/>
        </p:spPr>
      </p:sp>
      <p:sp>
        <p:nvSpPr>
          <p:cNvPr id="13" name="Text 10"/>
          <p:cNvSpPr/>
          <p:nvPr/>
        </p:nvSpPr>
        <p:spPr>
          <a:xfrm>
            <a:off x="2606040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60604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Tracked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63A4A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6344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2084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63A4A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72084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Symptoms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multi-system allergic pattern requiring structured intervention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91440" cy="10515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Pattern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Redness, headache, breathing difficulty &amp; itching co-occur in &gt;85% of symptomatic logs. Classic allergic rhinitis + possible lower airway involvement.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91440" cy="10515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48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Signal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4505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sneeze counts of 42 in a single entry (Day 4) and repeated hospital IV antihistamine/steroid use indicate poorly controlled acute flares.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91440" cy="10515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Markers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5935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foamy urine notes, low recorded water intake, poor sleep quality and near-constant fatigue point to systemic stress load.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structured logs spanning relative days 0–12 (gap on day 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77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Entries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673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673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(0, 2–12)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020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020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(52%)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3682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368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(48%)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715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 °C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Humidity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80.6 %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4107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Range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410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– 96 %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758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37581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– 36 °C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Burden Snapshot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logs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162763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1627632"/>
            <a:ext cx="3102559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logs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13055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130552"/>
            <a:ext cx="2710282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logs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263347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2633472"/>
            <a:ext cx="2531974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logs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313639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136392"/>
            <a:ext cx="2496312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logs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92040" y="363931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46" name="Shape 44"/>
          <p:cNvSpPr/>
          <p:nvPr/>
        </p:nvSpPr>
        <p:spPr>
          <a:xfrm>
            <a:off x="4892040" y="3639312"/>
            <a:ext cx="1283818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SYMPTOM PROFILE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symptoms form a tightly linked cluster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universal after Day 2 – facial / nasal mucosal erythema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8229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058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47472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sinus pressure or systemic inflammatory response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82296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30936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airway involvement; Aerocort inhaler used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5603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4008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+ ocular (1 explicit eye_itching entry)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91840" y="25603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74320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347472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Epistaxis secondary to vigorous sneezing / mucosal inflammation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after Day 2 → sustained high burden Days 7–12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777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Sneezes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777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097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1097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097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Itching, Bleeding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389888"/>
            <a:ext cx="8229600" cy="29260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3898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1389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1389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13898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window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1682496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16824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1682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1682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16824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 emerges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1975104"/>
            <a:ext cx="8229600" cy="29260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1975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19751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4560" y="1975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19751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sneezes (42 in 1 log)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26771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2677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22677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94560" y="2267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22677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 + Headache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2560320"/>
            <a:ext cx="8229600" cy="29260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80160" y="2560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94560" y="2560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91840" y="2560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logging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285292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2852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80160" y="28529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194560" y="2852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291840" y="2852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cluster + Breathing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3145536"/>
            <a:ext cx="8229600" cy="29260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1455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80160" y="31455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194560" y="31455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91840" y="31455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multi-symptom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3438144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280160" y="34381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194560" y="3438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291840" y="34381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focus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" y="3730752"/>
            <a:ext cx="8229600" cy="29260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3730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280160" y="3730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194560" y="3730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291840" y="37307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sneeze + Steroids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4023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28016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194560" y="4023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291840" y="4023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symptoms almost every log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68" name="Text 66"/>
          <p:cNvSpPr/>
          <p:nvPr/>
        </p:nvSpPr>
        <p:spPr>
          <a:xfrm>
            <a:off x="502920" y="43159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280160" y="43159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194560" y="43159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291840" y="43159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high burden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SNEEZE INTENSITY &amp; PEAK EPISODES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459 sneezes  •  Mean 3.8 per log  •  Max 42 in single entry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 recorded 42 sneezes – extreme paroxysm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hospital entries with 10–12 sneezes each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elevated despite ongoing treatment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97480"/>
            <a:ext cx="91440" cy="178308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8036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Interpretation of High Sneeze Counts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1520" y="32918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Sneezing paroxysms of this magnitude are hallmark of uncontrolled allergic rhinitis (IgE-mediated histamine release from nasal mast cells).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high counts despite Avil (pheniramine) and steroids suggest either ongoing allergen exposure or need for more potent / different agent (e.g., second-generation antihistamine + nasal corticosteroid).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Epistaxis (bleeding) is a direct mechanical consequence of intense sneezing on inflamed mucosa – treat the cause, not only the bleeding.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LOCATION FACTORS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humidity Kerala climate + frequent hospital exposure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39776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5087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temperature 26.4 °C (comfortable range)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humidity 80.6 % – high for dust-mite &amp; mold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spikes to 94–96 % on several high-symptom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low-humidity day (21 %) on Day 2 was relatively quiet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Environmental control (dehumidifier, AC filtration, bedding covers) is a high-leverage intervention in this climate.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2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vs Hospital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150876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equal split: 63 Home / 59 Hospital logs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sneeze counts and multi-symptom days often recorded while at Hospital – indicating presentations for acute care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logs still show the full symptom cluster, so triggers are not confined to hospital environment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allergen note: smoke + perfume (Day 11 Hospital) – confirms chemical sensitivity component.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USAGE PATTERNS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injectable antihistamines and systemic steroids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77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777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777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777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124712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Avil (Pheniramine)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1124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1st-gen antihistamine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124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– IV / 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124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Sedating; short acting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627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Dexona / Betnesol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corticosteroid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IV doses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anti-inflammatory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130552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130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Dazit 10 (Desloratadine)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2130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2nd-gen antihistamine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130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Oral, intermittent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130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Non-sedating preferred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633472"/>
            <a:ext cx="8229600" cy="5029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633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Aerocort Inhaler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2633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+ LABA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2633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symptoms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6334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/ allergic airway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136392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36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Ayurvedic medicine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77440" y="3136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136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3136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only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Repeated IV steroids + 1st-gen antihistamines indicate acute rescue therapy rather than optimized preventive control.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WELLNESS MARKERS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load beyond classic allergy symptoms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~1.4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logged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0–1 on high-symptom days; dehydration worsens mucosal irritation &amp; headache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822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37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“none/poor”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3776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“none” notes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3776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disruption amplifies inflammatory pathways and next-day symptom intensity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26060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0080" y="3566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tag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later log carries “fatigued” – classic of poorly controlled allergy + steroid effects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754880" y="26060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3464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Foamy Urine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notes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4937760" y="3566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later logs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reflect proteinuria, concentrated urine, or diet; warrants basic renal check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pattern &amp; differential considerations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22960"/>
            <a:ext cx="109728" cy="1371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Working Diagnosis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Severe, poorly controlled Allergic Rhinitis (possibly with mixed rhinitis component) + mild-moderate allergic airway hyper-responsiveness. High likelihood of dust-mite / mold sensitization given climate and symptom persistence.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/ Contributing Factors to Consider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Rhinosinusitis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+ nasal symptoms + epistaxis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Non-allergic Rhinitis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irritant (smoke/perfume) overlay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component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difficulty + Aerocort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overuse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1st-gen AH may cause rebound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MANAGEMENT STRATEGY (Next 7–14 Days)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flares while preparing for definitive evaluation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886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Rescue Meds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1887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Switch primary antihistamine to non-sedating 2nd-gen (Desloratadine / Fexofenadine / Bilastine) taken regularly, not only PRN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Continue short course of oral steroid only if physician-directed; avoid repeated IV if possible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 Aerocort / prescribed inhaler available; use spacer if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121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Environmental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423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dehumidifier or AC to keep indoor humidity 40–55 %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Hot-wash bedding weekly; use dust-mite impermeable covers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 known chemical triggers (perfume, strong cleaners, smoke)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355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Measures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657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Force fluid intake ≥ 2.5–3 L/day (reduces mucosal dryness &amp; headache)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Nasal saline irrigation 2× daily (isotonic or hypertonic)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Prioritize sleep hygiene – fixed schedule, cool dark room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Confidential Personal Health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DIAGNOSTIC &amp; PREVENTION PLAN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crisis management to root-cause control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Referral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Allergist / Immunologist for skin-prick or specific IgE panel (dust mite, mold mix, pollen, cockroach). ENT review if chronic sinus symptoms persist.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Therapy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intranasal corticosteroid (mometasone / fluticasone) is first-line for persistent allergic rhinitis. Consider montelukast if airway component confirmed.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Immunotherapy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dust-mite or mold dominant, discuss SCIT or SLIT with allergist – only disease-modifying option currently available.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Labs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work-up: CBC with differential (eosinophils), total IgE, urine routine (foamy urine), spirometry / peak-flow if breathing remains an issue.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Zensit-style logging but add: allergen exposure notes, peak-flow, medication adherence score. Review trends every 2 weeks with clinician.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Escalation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urgent care for: oxygen desaturation, inability to speak full sentences, facial swelling, or persistent epistaxis &gt;20 min.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Allergy Symptom Analysis &amp; Management Strategy</dc:title>
  <dc:subject>Personal health log analysis – July 2026</dc:subject>
  <dc:creator>Zensit Health Analysis</dc:creator>
  <cp:lastModifiedBy>Zensit Health Analysis</cp:lastModifiedBy>
  <cp:revision>1</cp:revision>
  <dcterms:created xsi:type="dcterms:W3CDTF">2026-07-24T07:42:18Z</dcterms:created>
  <dcterms:modified xsi:type="dcterms:W3CDTF">2026-07-24T07:42:18Z</dcterms:modified>
</cp:coreProperties>
</file>